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ACF4ED-B83A-47C4-B477-ECBA528987DB}" v="8" dt="2026-10-22T15:04:04.9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4.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shank Dhakshnamoorthi" userId="48ce893a-8878-4016-a165-c5477d581dbc" providerId="ADAL" clId="{8C28DAAF-3FDF-40A4-BDE9-73410789FD6C}"/>
    <pc:docChg chg="undo custSel addSld modSld">
      <pc:chgData name="Shashank Dhakshnamoorthi" userId="48ce893a-8878-4016-a165-c5477d581dbc" providerId="ADAL" clId="{8C28DAAF-3FDF-40A4-BDE9-73410789FD6C}" dt="2026-10-22T15:04:26.322" v="118" actId="5793"/>
      <pc:docMkLst>
        <pc:docMk/>
      </pc:docMkLst>
      <pc:sldChg chg="modSp mod">
        <pc:chgData name="Shashank Dhakshnamoorthi" userId="48ce893a-8878-4016-a165-c5477d581dbc" providerId="ADAL" clId="{8C28DAAF-3FDF-40A4-BDE9-73410789FD6C}" dt="2026-10-22T14:45:37.701" v="39" actId="20577"/>
        <pc:sldMkLst>
          <pc:docMk/>
          <pc:sldMk cId="2997634088" sldId="256"/>
        </pc:sldMkLst>
        <pc:spChg chg="mod">
          <ac:chgData name="Shashank Dhakshnamoorthi" userId="48ce893a-8878-4016-a165-c5477d581dbc" providerId="ADAL" clId="{8C28DAAF-3FDF-40A4-BDE9-73410789FD6C}" dt="2026-10-22T14:43:48.213" v="1" actId="313"/>
          <ac:spMkLst>
            <pc:docMk/>
            <pc:sldMk cId="2997634088" sldId="256"/>
            <ac:spMk id="2" creationId="{311B2DC4-6A44-6FB4-F18E-4C4D4B8D6D1C}"/>
          </ac:spMkLst>
        </pc:spChg>
        <pc:spChg chg="mod">
          <ac:chgData name="Shashank Dhakshnamoorthi" userId="48ce893a-8878-4016-a165-c5477d581dbc" providerId="ADAL" clId="{8C28DAAF-3FDF-40A4-BDE9-73410789FD6C}" dt="2026-10-22T14:45:37.701" v="39" actId="20577"/>
          <ac:spMkLst>
            <pc:docMk/>
            <pc:sldMk cId="2997634088" sldId="256"/>
            <ac:spMk id="3" creationId="{68BDBDA9-3907-F56E-25DA-F0AA3C2A02AC}"/>
          </ac:spMkLst>
        </pc:spChg>
      </pc:sldChg>
      <pc:sldChg chg="modSp new mod">
        <pc:chgData name="Shashank Dhakshnamoorthi" userId="48ce893a-8878-4016-a165-c5477d581dbc" providerId="ADAL" clId="{8C28DAAF-3FDF-40A4-BDE9-73410789FD6C}" dt="2026-10-22T14:59:25.838" v="88" actId="27636"/>
        <pc:sldMkLst>
          <pc:docMk/>
          <pc:sldMk cId="2903322480" sldId="257"/>
        </pc:sldMkLst>
        <pc:spChg chg="mod">
          <ac:chgData name="Shashank Dhakshnamoorthi" userId="48ce893a-8878-4016-a165-c5477d581dbc" providerId="ADAL" clId="{8C28DAAF-3FDF-40A4-BDE9-73410789FD6C}" dt="2026-10-22T14:57:59.778" v="75"/>
          <ac:spMkLst>
            <pc:docMk/>
            <pc:sldMk cId="2903322480" sldId="257"/>
            <ac:spMk id="2" creationId="{5F49D0D6-BB29-9BAF-8479-5FB91AB0285D}"/>
          </ac:spMkLst>
        </pc:spChg>
        <pc:spChg chg="mod">
          <ac:chgData name="Shashank Dhakshnamoorthi" userId="48ce893a-8878-4016-a165-c5477d581dbc" providerId="ADAL" clId="{8C28DAAF-3FDF-40A4-BDE9-73410789FD6C}" dt="2026-10-22T14:59:25.838" v="88" actId="27636"/>
          <ac:spMkLst>
            <pc:docMk/>
            <pc:sldMk cId="2903322480" sldId="257"/>
            <ac:spMk id="3" creationId="{61769C00-ED36-2F9B-2A03-E969CE8A3BB1}"/>
          </ac:spMkLst>
        </pc:spChg>
      </pc:sldChg>
      <pc:sldChg chg="modSp new mod">
        <pc:chgData name="Shashank Dhakshnamoorthi" userId="48ce893a-8878-4016-a165-c5477d581dbc" providerId="ADAL" clId="{8C28DAAF-3FDF-40A4-BDE9-73410789FD6C}" dt="2026-10-22T15:02:24.844" v="106" actId="5793"/>
        <pc:sldMkLst>
          <pc:docMk/>
          <pc:sldMk cId="3974148237" sldId="258"/>
        </pc:sldMkLst>
        <pc:spChg chg="mod">
          <ac:chgData name="Shashank Dhakshnamoorthi" userId="48ce893a-8878-4016-a165-c5477d581dbc" providerId="ADAL" clId="{8C28DAAF-3FDF-40A4-BDE9-73410789FD6C}" dt="2026-10-22T15:00:51.972" v="90" actId="122"/>
          <ac:spMkLst>
            <pc:docMk/>
            <pc:sldMk cId="3974148237" sldId="258"/>
            <ac:spMk id="2" creationId="{6C8F70FB-0025-7211-3020-0BC6A1A1C809}"/>
          </ac:spMkLst>
        </pc:spChg>
        <pc:spChg chg="mod">
          <ac:chgData name="Shashank Dhakshnamoorthi" userId="48ce893a-8878-4016-a165-c5477d581dbc" providerId="ADAL" clId="{8C28DAAF-3FDF-40A4-BDE9-73410789FD6C}" dt="2026-10-22T15:02:24.844" v="106" actId="5793"/>
          <ac:spMkLst>
            <pc:docMk/>
            <pc:sldMk cId="3974148237" sldId="258"/>
            <ac:spMk id="3" creationId="{F650E522-5691-B673-68FF-245F78DBB55F}"/>
          </ac:spMkLst>
        </pc:spChg>
      </pc:sldChg>
      <pc:sldChg chg="modSp new mod">
        <pc:chgData name="Shashank Dhakshnamoorthi" userId="48ce893a-8878-4016-a165-c5477d581dbc" providerId="ADAL" clId="{8C28DAAF-3FDF-40A4-BDE9-73410789FD6C}" dt="2026-10-22T15:04:26.322" v="118" actId="5793"/>
        <pc:sldMkLst>
          <pc:docMk/>
          <pc:sldMk cId="4137228656" sldId="259"/>
        </pc:sldMkLst>
        <pc:spChg chg="mod">
          <ac:chgData name="Shashank Dhakshnamoorthi" userId="48ce893a-8878-4016-a165-c5477d581dbc" providerId="ADAL" clId="{8C28DAAF-3FDF-40A4-BDE9-73410789FD6C}" dt="2026-10-22T15:03:44.865" v="108" actId="122"/>
          <ac:spMkLst>
            <pc:docMk/>
            <pc:sldMk cId="4137228656" sldId="259"/>
            <ac:spMk id="2" creationId="{9342EDEB-AFCE-DA76-347D-9EEFC3EB36B9}"/>
          </ac:spMkLst>
        </pc:spChg>
        <pc:spChg chg="mod">
          <ac:chgData name="Shashank Dhakshnamoorthi" userId="48ce893a-8878-4016-a165-c5477d581dbc" providerId="ADAL" clId="{8C28DAAF-3FDF-40A4-BDE9-73410789FD6C}" dt="2026-10-22T15:04:26.322" v="118" actId="5793"/>
          <ac:spMkLst>
            <pc:docMk/>
            <pc:sldMk cId="4137228656" sldId="259"/>
            <ac:spMk id="3" creationId="{20DE7496-184A-4EBE-F9AF-26152D762BA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1FC6F-B0B2-AB2E-29B1-7895EADC3A7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71BA9FA-C3D3-EC12-998A-482935411E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56EEA8D-7AFE-AE3D-8A80-A92907888CB3}"/>
              </a:ext>
            </a:extLst>
          </p:cNvPr>
          <p:cNvSpPr>
            <a:spLocks noGrp="1"/>
          </p:cNvSpPr>
          <p:nvPr>
            <p:ph type="dt" sz="half" idx="10"/>
          </p:nvPr>
        </p:nvSpPr>
        <p:spPr/>
        <p:txBody>
          <a:bodyPr/>
          <a:lstStyle/>
          <a:p>
            <a:fld id="{FA7D0466-CD16-4657-BED4-B5581EB1CE01}" type="datetimeFigureOut">
              <a:rPr lang="en-US" smtClean="0"/>
              <a:t>10/22/2026</a:t>
            </a:fld>
            <a:endParaRPr lang="en-US"/>
          </a:p>
        </p:txBody>
      </p:sp>
      <p:sp>
        <p:nvSpPr>
          <p:cNvPr id="5" name="Footer Placeholder 4">
            <a:extLst>
              <a:ext uri="{FF2B5EF4-FFF2-40B4-BE49-F238E27FC236}">
                <a16:creationId xmlns:a16="http://schemas.microsoft.com/office/drawing/2014/main" id="{8595C683-551E-D098-35F2-FF879BEEF1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C9BC10-B212-A318-FFDB-DFBCB8F953CA}"/>
              </a:ext>
            </a:extLst>
          </p:cNvPr>
          <p:cNvSpPr>
            <a:spLocks noGrp="1"/>
          </p:cNvSpPr>
          <p:nvPr>
            <p:ph type="sldNum" sz="quarter" idx="12"/>
          </p:nvPr>
        </p:nvSpPr>
        <p:spPr/>
        <p:txBody>
          <a:bodyPr/>
          <a:lstStyle/>
          <a:p>
            <a:fld id="{84B0FA9C-BADE-4D14-B76D-A01D53473CE7}" type="slidenum">
              <a:rPr lang="en-US" smtClean="0"/>
              <a:t>‹#›</a:t>
            </a:fld>
            <a:endParaRPr lang="en-US"/>
          </a:p>
        </p:txBody>
      </p:sp>
    </p:spTree>
    <p:extLst>
      <p:ext uri="{BB962C8B-B14F-4D97-AF65-F5344CB8AC3E}">
        <p14:creationId xmlns:p14="http://schemas.microsoft.com/office/powerpoint/2010/main" val="1696480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9D200-0A97-2AB3-563F-F527A850E2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C0D122-8530-9B7B-D43F-BE19B4303B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E43994-929E-F017-19D8-0520E05B1C77}"/>
              </a:ext>
            </a:extLst>
          </p:cNvPr>
          <p:cNvSpPr>
            <a:spLocks noGrp="1"/>
          </p:cNvSpPr>
          <p:nvPr>
            <p:ph type="dt" sz="half" idx="10"/>
          </p:nvPr>
        </p:nvSpPr>
        <p:spPr/>
        <p:txBody>
          <a:bodyPr/>
          <a:lstStyle/>
          <a:p>
            <a:fld id="{FA7D0466-CD16-4657-BED4-B5581EB1CE01}" type="datetimeFigureOut">
              <a:rPr lang="en-US" smtClean="0"/>
              <a:t>10/22/2026</a:t>
            </a:fld>
            <a:endParaRPr lang="en-US"/>
          </a:p>
        </p:txBody>
      </p:sp>
      <p:sp>
        <p:nvSpPr>
          <p:cNvPr id="5" name="Footer Placeholder 4">
            <a:extLst>
              <a:ext uri="{FF2B5EF4-FFF2-40B4-BE49-F238E27FC236}">
                <a16:creationId xmlns:a16="http://schemas.microsoft.com/office/drawing/2014/main" id="{6AE98D4A-0307-F38E-EAC1-496D074423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2A4068-94CF-A7B7-E1FE-99681F286319}"/>
              </a:ext>
            </a:extLst>
          </p:cNvPr>
          <p:cNvSpPr>
            <a:spLocks noGrp="1"/>
          </p:cNvSpPr>
          <p:nvPr>
            <p:ph type="sldNum" sz="quarter" idx="12"/>
          </p:nvPr>
        </p:nvSpPr>
        <p:spPr/>
        <p:txBody>
          <a:bodyPr/>
          <a:lstStyle/>
          <a:p>
            <a:fld id="{84B0FA9C-BADE-4D14-B76D-A01D53473CE7}" type="slidenum">
              <a:rPr lang="en-US" smtClean="0"/>
              <a:t>‹#›</a:t>
            </a:fld>
            <a:endParaRPr lang="en-US"/>
          </a:p>
        </p:txBody>
      </p:sp>
    </p:spTree>
    <p:extLst>
      <p:ext uri="{BB962C8B-B14F-4D97-AF65-F5344CB8AC3E}">
        <p14:creationId xmlns:p14="http://schemas.microsoft.com/office/powerpoint/2010/main" val="5651521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BEB64-69EE-5B7B-71CD-E9193E47096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6479DC2-AB8F-3BBD-58C7-37B36C44ACE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A9AC0E-C527-9920-D3C7-1A5D259790B1}"/>
              </a:ext>
            </a:extLst>
          </p:cNvPr>
          <p:cNvSpPr>
            <a:spLocks noGrp="1"/>
          </p:cNvSpPr>
          <p:nvPr>
            <p:ph type="dt" sz="half" idx="10"/>
          </p:nvPr>
        </p:nvSpPr>
        <p:spPr/>
        <p:txBody>
          <a:bodyPr/>
          <a:lstStyle/>
          <a:p>
            <a:fld id="{FA7D0466-CD16-4657-BED4-B5581EB1CE01}" type="datetimeFigureOut">
              <a:rPr lang="en-US" smtClean="0"/>
              <a:t>10/22/2026</a:t>
            </a:fld>
            <a:endParaRPr lang="en-US"/>
          </a:p>
        </p:txBody>
      </p:sp>
      <p:sp>
        <p:nvSpPr>
          <p:cNvPr id="5" name="Footer Placeholder 4">
            <a:extLst>
              <a:ext uri="{FF2B5EF4-FFF2-40B4-BE49-F238E27FC236}">
                <a16:creationId xmlns:a16="http://schemas.microsoft.com/office/drawing/2014/main" id="{525AD940-EC62-0BA9-7F4C-2573E21BEB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0FCCC1-FDD5-CCC5-BF66-0D9B4A5E6EC0}"/>
              </a:ext>
            </a:extLst>
          </p:cNvPr>
          <p:cNvSpPr>
            <a:spLocks noGrp="1"/>
          </p:cNvSpPr>
          <p:nvPr>
            <p:ph type="sldNum" sz="quarter" idx="12"/>
          </p:nvPr>
        </p:nvSpPr>
        <p:spPr/>
        <p:txBody>
          <a:bodyPr/>
          <a:lstStyle/>
          <a:p>
            <a:fld id="{84B0FA9C-BADE-4D14-B76D-A01D53473CE7}" type="slidenum">
              <a:rPr lang="en-US" smtClean="0"/>
              <a:t>‹#›</a:t>
            </a:fld>
            <a:endParaRPr lang="en-US"/>
          </a:p>
        </p:txBody>
      </p:sp>
    </p:spTree>
    <p:extLst>
      <p:ext uri="{BB962C8B-B14F-4D97-AF65-F5344CB8AC3E}">
        <p14:creationId xmlns:p14="http://schemas.microsoft.com/office/powerpoint/2010/main" val="7603800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3FC9B-7702-C304-384D-76628F93DCC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B463636-AFE8-3799-E540-4D80B24590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E4B385B-D484-73A7-6886-00D0CCF8D7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F8EF3F1-183B-28F5-716C-484D2C61B454}"/>
              </a:ext>
            </a:extLst>
          </p:cNvPr>
          <p:cNvSpPr>
            <a:spLocks noGrp="1"/>
          </p:cNvSpPr>
          <p:nvPr>
            <p:ph type="dt" sz="half" idx="10"/>
          </p:nvPr>
        </p:nvSpPr>
        <p:spPr/>
        <p:txBody>
          <a:bodyPr/>
          <a:lstStyle/>
          <a:p>
            <a:fld id="{FA7D0466-CD16-4657-BED4-B5581EB1CE01}" type="datetimeFigureOut">
              <a:rPr lang="en-US" smtClean="0"/>
              <a:t>10/22/2026</a:t>
            </a:fld>
            <a:endParaRPr lang="en-US"/>
          </a:p>
        </p:txBody>
      </p:sp>
      <p:sp>
        <p:nvSpPr>
          <p:cNvPr id="6" name="Footer Placeholder 5">
            <a:extLst>
              <a:ext uri="{FF2B5EF4-FFF2-40B4-BE49-F238E27FC236}">
                <a16:creationId xmlns:a16="http://schemas.microsoft.com/office/drawing/2014/main" id="{A8BC9F4D-E6BC-DF65-30FE-5A3521095C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AD11DA-206C-537C-328D-F9AEECBD7E97}"/>
              </a:ext>
            </a:extLst>
          </p:cNvPr>
          <p:cNvSpPr>
            <a:spLocks noGrp="1"/>
          </p:cNvSpPr>
          <p:nvPr>
            <p:ph type="sldNum" sz="quarter" idx="12"/>
          </p:nvPr>
        </p:nvSpPr>
        <p:spPr/>
        <p:txBody>
          <a:bodyPr/>
          <a:lstStyle/>
          <a:p>
            <a:fld id="{84B0FA9C-BADE-4D14-B76D-A01D53473CE7}" type="slidenum">
              <a:rPr lang="en-US" smtClean="0"/>
              <a:t>‹#›</a:t>
            </a:fld>
            <a:endParaRPr lang="en-US"/>
          </a:p>
        </p:txBody>
      </p:sp>
    </p:spTree>
    <p:extLst>
      <p:ext uri="{BB962C8B-B14F-4D97-AF65-F5344CB8AC3E}">
        <p14:creationId xmlns:p14="http://schemas.microsoft.com/office/powerpoint/2010/main" val="30228867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6C409-919F-0897-12D3-AF5D8A5BF0D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11DEAC9-0D46-D6F7-BAE9-63B0948C88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FEC14B-1335-7C47-01B9-FE32025F35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99784DC-412E-C678-A7F5-D7EC416EA7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E19D82-E557-6A1C-383B-2EC6488702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ED71BEB-F9AF-87A1-15B9-D873240F81BB}"/>
              </a:ext>
            </a:extLst>
          </p:cNvPr>
          <p:cNvSpPr>
            <a:spLocks noGrp="1"/>
          </p:cNvSpPr>
          <p:nvPr>
            <p:ph type="dt" sz="half" idx="10"/>
          </p:nvPr>
        </p:nvSpPr>
        <p:spPr/>
        <p:txBody>
          <a:bodyPr/>
          <a:lstStyle/>
          <a:p>
            <a:fld id="{FA7D0466-CD16-4657-BED4-B5581EB1CE01}" type="datetimeFigureOut">
              <a:rPr lang="en-US" smtClean="0"/>
              <a:t>10/22/2026</a:t>
            </a:fld>
            <a:endParaRPr lang="en-US"/>
          </a:p>
        </p:txBody>
      </p:sp>
      <p:sp>
        <p:nvSpPr>
          <p:cNvPr id="8" name="Footer Placeholder 7">
            <a:extLst>
              <a:ext uri="{FF2B5EF4-FFF2-40B4-BE49-F238E27FC236}">
                <a16:creationId xmlns:a16="http://schemas.microsoft.com/office/drawing/2014/main" id="{ED36C991-B9E9-90AA-DEAE-4D6B4D22938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6034095-ECEC-7614-8CB5-967ED7711152}"/>
              </a:ext>
            </a:extLst>
          </p:cNvPr>
          <p:cNvSpPr>
            <a:spLocks noGrp="1"/>
          </p:cNvSpPr>
          <p:nvPr>
            <p:ph type="sldNum" sz="quarter" idx="12"/>
          </p:nvPr>
        </p:nvSpPr>
        <p:spPr/>
        <p:txBody>
          <a:bodyPr/>
          <a:lstStyle/>
          <a:p>
            <a:fld id="{84B0FA9C-BADE-4D14-B76D-A01D53473CE7}" type="slidenum">
              <a:rPr lang="en-US" smtClean="0"/>
              <a:t>‹#›</a:t>
            </a:fld>
            <a:endParaRPr lang="en-US"/>
          </a:p>
        </p:txBody>
      </p:sp>
    </p:spTree>
    <p:extLst>
      <p:ext uri="{BB962C8B-B14F-4D97-AF65-F5344CB8AC3E}">
        <p14:creationId xmlns:p14="http://schemas.microsoft.com/office/powerpoint/2010/main" val="3656029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B7549-3302-52AF-41C1-796656BF75A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17AD0DB-D7FE-B87A-4417-8F8895D03CA0}"/>
              </a:ext>
            </a:extLst>
          </p:cNvPr>
          <p:cNvSpPr>
            <a:spLocks noGrp="1"/>
          </p:cNvSpPr>
          <p:nvPr>
            <p:ph type="dt" sz="half" idx="10"/>
          </p:nvPr>
        </p:nvSpPr>
        <p:spPr/>
        <p:txBody>
          <a:bodyPr/>
          <a:lstStyle/>
          <a:p>
            <a:fld id="{FA7D0466-CD16-4657-BED4-B5581EB1CE01}" type="datetimeFigureOut">
              <a:rPr lang="en-US" smtClean="0"/>
              <a:t>10/22/2026</a:t>
            </a:fld>
            <a:endParaRPr lang="en-US"/>
          </a:p>
        </p:txBody>
      </p:sp>
      <p:sp>
        <p:nvSpPr>
          <p:cNvPr id="4" name="Footer Placeholder 3">
            <a:extLst>
              <a:ext uri="{FF2B5EF4-FFF2-40B4-BE49-F238E27FC236}">
                <a16:creationId xmlns:a16="http://schemas.microsoft.com/office/drawing/2014/main" id="{5E77497A-12C7-C16C-90AE-D2371AB3636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5113090-6E90-13DF-F8F3-20E8BC716925}"/>
              </a:ext>
            </a:extLst>
          </p:cNvPr>
          <p:cNvSpPr>
            <a:spLocks noGrp="1"/>
          </p:cNvSpPr>
          <p:nvPr>
            <p:ph type="sldNum" sz="quarter" idx="12"/>
          </p:nvPr>
        </p:nvSpPr>
        <p:spPr/>
        <p:txBody>
          <a:bodyPr/>
          <a:lstStyle/>
          <a:p>
            <a:fld id="{84B0FA9C-BADE-4D14-B76D-A01D53473CE7}" type="slidenum">
              <a:rPr lang="en-US" smtClean="0"/>
              <a:t>‹#›</a:t>
            </a:fld>
            <a:endParaRPr lang="en-US"/>
          </a:p>
        </p:txBody>
      </p:sp>
    </p:spTree>
    <p:extLst>
      <p:ext uri="{BB962C8B-B14F-4D97-AF65-F5344CB8AC3E}">
        <p14:creationId xmlns:p14="http://schemas.microsoft.com/office/powerpoint/2010/main" val="39656220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24CE4A-501C-735F-16CD-E430CD8C6388}"/>
              </a:ext>
            </a:extLst>
          </p:cNvPr>
          <p:cNvSpPr>
            <a:spLocks noGrp="1"/>
          </p:cNvSpPr>
          <p:nvPr>
            <p:ph type="dt" sz="half" idx="10"/>
          </p:nvPr>
        </p:nvSpPr>
        <p:spPr/>
        <p:txBody>
          <a:bodyPr/>
          <a:lstStyle/>
          <a:p>
            <a:fld id="{FA7D0466-CD16-4657-BED4-B5581EB1CE01}" type="datetimeFigureOut">
              <a:rPr lang="en-US" smtClean="0"/>
              <a:t>10/22/2026</a:t>
            </a:fld>
            <a:endParaRPr lang="en-US"/>
          </a:p>
        </p:txBody>
      </p:sp>
      <p:sp>
        <p:nvSpPr>
          <p:cNvPr id="3" name="Footer Placeholder 2">
            <a:extLst>
              <a:ext uri="{FF2B5EF4-FFF2-40B4-BE49-F238E27FC236}">
                <a16:creationId xmlns:a16="http://schemas.microsoft.com/office/drawing/2014/main" id="{750BF6EF-01B0-B5E0-6C3D-093F43EC8C6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F05A92A-3B7B-59BA-BEF6-6855333E76AD}"/>
              </a:ext>
            </a:extLst>
          </p:cNvPr>
          <p:cNvSpPr>
            <a:spLocks noGrp="1"/>
          </p:cNvSpPr>
          <p:nvPr>
            <p:ph type="sldNum" sz="quarter" idx="12"/>
          </p:nvPr>
        </p:nvSpPr>
        <p:spPr/>
        <p:txBody>
          <a:bodyPr/>
          <a:lstStyle/>
          <a:p>
            <a:fld id="{84B0FA9C-BADE-4D14-B76D-A01D53473CE7}" type="slidenum">
              <a:rPr lang="en-US" smtClean="0"/>
              <a:t>‹#›</a:t>
            </a:fld>
            <a:endParaRPr lang="en-US"/>
          </a:p>
        </p:txBody>
      </p:sp>
    </p:spTree>
    <p:extLst>
      <p:ext uri="{BB962C8B-B14F-4D97-AF65-F5344CB8AC3E}">
        <p14:creationId xmlns:p14="http://schemas.microsoft.com/office/powerpoint/2010/main" val="32736921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66891-0225-CC83-52C0-F08BFE95B3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C299487-B561-4CDD-FB6D-286C4EC66C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0E398C-60D4-1DCE-6D4D-3344C32C70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78D41F-D002-7B3A-95FA-86C8419856CA}"/>
              </a:ext>
            </a:extLst>
          </p:cNvPr>
          <p:cNvSpPr>
            <a:spLocks noGrp="1"/>
          </p:cNvSpPr>
          <p:nvPr>
            <p:ph type="dt" sz="half" idx="10"/>
          </p:nvPr>
        </p:nvSpPr>
        <p:spPr/>
        <p:txBody>
          <a:bodyPr/>
          <a:lstStyle/>
          <a:p>
            <a:fld id="{FA7D0466-CD16-4657-BED4-B5581EB1CE01}" type="datetimeFigureOut">
              <a:rPr lang="en-US" smtClean="0"/>
              <a:t>10/22/2026</a:t>
            </a:fld>
            <a:endParaRPr lang="en-US"/>
          </a:p>
        </p:txBody>
      </p:sp>
      <p:sp>
        <p:nvSpPr>
          <p:cNvPr id="6" name="Footer Placeholder 5">
            <a:extLst>
              <a:ext uri="{FF2B5EF4-FFF2-40B4-BE49-F238E27FC236}">
                <a16:creationId xmlns:a16="http://schemas.microsoft.com/office/drawing/2014/main" id="{4B3F4795-E2A6-E847-3AAE-B07D1538CC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B68454-3B42-D041-0001-9C8317F6E256}"/>
              </a:ext>
            </a:extLst>
          </p:cNvPr>
          <p:cNvSpPr>
            <a:spLocks noGrp="1"/>
          </p:cNvSpPr>
          <p:nvPr>
            <p:ph type="sldNum" sz="quarter" idx="12"/>
          </p:nvPr>
        </p:nvSpPr>
        <p:spPr/>
        <p:txBody>
          <a:bodyPr/>
          <a:lstStyle/>
          <a:p>
            <a:fld id="{84B0FA9C-BADE-4D14-B76D-A01D53473CE7}" type="slidenum">
              <a:rPr lang="en-US" smtClean="0"/>
              <a:t>‹#›</a:t>
            </a:fld>
            <a:endParaRPr lang="en-US"/>
          </a:p>
        </p:txBody>
      </p:sp>
    </p:spTree>
    <p:extLst>
      <p:ext uri="{BB962C8B-B14F-4D97-AF65-F5344CB8AC3E}">
        <p14:creationId xmlns:p14="http://schemas.microsoft.com/office/powerpoint/2010/main" val="29092192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9DBE1-6B99-5705-9DD1-F8A64DAAEC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D0B663C-0489-8147-35EB-85C7D41DE9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FBD9387-39F0-A803-620E-10AC7A64AD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3F0C97-4627-A581-9119-83E8BFF4B1EF}"/>
              </a:ext>
            </a:extLst>
          </p:cNvPr>
          <p:cNvSpPr>
            <a:spLocks noGrp="1"/>
          </p:cNvSpPr>
          <p:nvPr>
            <p:ph type="dt" sz="half" idx="10"/>
          </p:nvPr>
        </p:nvSpPr>
        <p:spPr/>
        <p:txBody>
          <a:bodyPr/>
          <a:lstStyle/>
          <a:p>
            <a:fld id="{FA7D0466-CD16-4657-BED4-B5581EB1CE01}" type="datetimeFigureOut">
              <a:rPr lang="en-US" smtClean="0"/>
              <a:t>10/22/2026</a:t>
            </a:fld>
            <a:endParaRPr lang="en-US"/>
          </a:p>
        </p:txBody>
      </p:sp>
      <p:sp>
        <p:nvSpPr>
          <p:cNvPr id="6" name="Footer Placeholder 5">
            <a:extLst>
              <a:ext uri="{FF2B5EF4-FFF2-40B4-BE49-F238E27FC236}">
                <a16:creationId xmlns:a16="http://schemas.microsoft.com/office/drawing/2014/main" id="{038E52A7-0D5F-E84A-BA75-CF22401C95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1826DD-258D-FF10-A0C4-1C46F6A974B6}"/>
              </a:ext>
            </a:extLst>
          </p:cNvPr>
          <p:cNvSpPr>
            <a:spLocks noGrp="1"/>
          </p:cNvSpPr>
          <p:nvPr>
            <p:ph type="sldNum" sz="quarter" idx="12"/>
          </p:nvPr>
        </p:nvSpPr>
        <p:spPr/>
        <p:txBody>
          <a:bodyPr/>
          <a:lstStyle/>
          <a:p>
            <a:fld id="{84B0FA9C-BADE-4D14-B76D-A01D53473CE7}" type="slidenum">
              <a:rPr lang="en-US" smtClean="0"/>
              <a:t>‹#›</a:t>
            </a:fld>
            <a:endParaRPr lang="en-US"/>
          </a:p>
        </p:txBody>
      </p:sp>
    </p:spTree>
    <p:extLst>
      <p:ext uri="{BB962C8B-B14F-4D97-AF65-F5344CB8AC3E}">
        <p14:creationId xmlns:p14="http://schemas.microsoft.com/office/powerpoint/2010/main" val="4151313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D26E4-84FA-B807-CE92-79B862080E0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1346688-2439-BEB7-E675-501CEBE032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21B428-D15E-F12F-930B-60F0A156596B}"/>
              </a:ext>
            </a:extLst>
          </p:cNvPr>
          <p:cNvSpPr>
            <a:spLocks noGrp="1"/>
          </p:cNvSpPr>
          <p:nvPr>
            <p:ph type="dt" sz="half" idx="10"/>
          </p:nvPr>
        </p:nvSpPr>
        <p:spPr/>
        <p:txBody>
          <a:bodyPr/>
          <a:lstStyle/>
          <a:p>
            <a:fld id="{FA7D0466-CD16-4657-BED4-B5581EB1CE01}" type="datetimeFigureOut">
              <a:rPr lang="en-US" smtClean="0"/>
              <a:t>10/22/2026</a:t>
            </a:fld>
            <a:endParaRPr lang="en-US"/>
          </a:p>
        </p:txBody>
      </p:sp>
      <p:sp>
        <p:nvSpPr>
          <p:cNvPr id="5" name="Footer Placeholder 4">
            <a:extLst>
              <a:ext uri="{FF2B5EF4-FFF2-40B4-BE49-F238E27FC236}">
                <a16:creationId xmlns:a16="http://schemas.microsoft.com/office/drawing/2014/main" id="{B5537F42-4C11-B7C5-3E40-9C29A27C10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D73985-B185-25B5-7EDD-56FAFA9DE42D}"/>
              </a:ext>
            </a:extLst>
          </p:cNvPr>
          <p:cNvSpPr>
            <a:spLocks noGrp="1"/>
          </p:cNvSpPr>
          <p:nvPr>
            <p:ph type="sldNum" sz="quarter" idx="12"/>
          </p:nvPr>
        </p:nvSpPr>
        <p:spPr/>
        <p:txBody>
          <a:bodyPr/>
          <a:lstStyle/>
          <a:p>
            <a:fld id="{84B0FA9C-BADE-4D14-B76D-A01D53473CE7}" type="slidenum">
              <a:rPr lang="en-US" smtClean="0"/>
              <a:t>‹#›</a:t>
            </a:fld>
            <a:endParaRPr lang="en-US"/>
          </a:p>
        </p:txBody>
      </p:sp>
    </p:spTree>
    <p:extLst>
      <p:ext uri="{BB962C8B-B14F-4D97-AF65-F5344CB8AC3E}">
        <p14:creationId xmlns:p14="http://schemas.microsoft.com/office/powerpoint/2010/main" val="572533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75AC2A-1CA9-A7D2-EEC6-7E893F4FF83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A96EA6B-0828-9F32-BF47-925E94C464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0AF44B-19EC-4D51-0999-EE78521E4E67}"/>
              </a:ext>
            </a:extLst>
          </p:cNvPr>
          <p:cNvSpPr>
            <a:spLocks noGrp="1"/>
          </p:cNvSpPr>
          <p:nvPr>
            <p:ph type="dt" sz="half" idx="10"/>
          </p:nvPr>
        </p:nvSpPr>
        <p:spPr/>
        <p:txBody>
          <a:bodyPr/>
          <a:lstStyle/>
          <a:p>
            <a:fld id="{FA7D0466-CD16-4657-BED4-B5581EB1CE01}" type="datetimeFigureOut">
              <a:rPr lang="en-US" smtClean="0"/>
              <a:t>10/22/2026</a:t>
            </a:fld>
            <a:endParaRPr lang="en-US"/>
          </a:p>
        </p:txBody>
      </p:sp>
      <p:sp>
        <p:nvSpPr>
          <p:cNvPr id="5" name="Footer Placeholder 4">
            <a:extLst>
              <a:ext uri="{FF2B5EF4-FFF2-40B4-BE49-F238E27FC236}">
                <a16:creationId xmlns:a16="http://schemas.microsoft.com/office/drawing/2014/main" id="{5220CB8E-2E72-8711-9643-D9E4079E68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0867A8-908E-662D-80E1-F6E6AED0FC68}"/>
              </a:ext>
            </a:extLst>
          </p:cNvPr>
          <p:cNvSpPr>
            <a:spLocks noGrp="1"/>
          </p:cNvSpPr>
          <p:nvPr>
            <p:ph type="sldNum" sz="quarter" idx="12"/>
          </p:nvPr>
        </p:nvSpPr>
        <p:spPr/>
        <p:txBody>
          <a:bodyPr/>
          <a:lstStyle/>
          <a:p>
            <a:fld id="{84B0FA9C-BADE-4D14-B76D-A01D53473CE7}" type="slidenum">
              <a:rPr lang="en-US" smtClean="0"/>
              <a:t>‹#›</a:t>
            </a:fld>
            <a:endParaRPr lang="en-US"/>
          </a:p>
        </p:txBody>
      </p:sp>
    </p:spTree>
    <p:extLst>
      <p:ext uri="{BB962C8B-B14F-4D97-AF65-F5344CB8AC3E}">
        <p14:creationId xmlns:p14="http://schemas.microsoft.com/office/powerpoint/2010/main" val="36447238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E043BD-9A51-7BBA-FDD9-B059E0F2D1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010AD3D-1D45-4AF5-0ECA-6D673935EC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74C0A2-54FD-3C99-B3DD-E15F3EEFB8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A7D0466-CD16-4657-BED4-B5581EB1CE01}" type="datetimeFigureOut">
              <a:rPr lang="en-US" smtClean="0"/>
              <a:t>10/22/2026</a:t>
            </a:fld>
            <a:endParaRPr lang="en-US"/>
          </a:p>
        </p:txBody>
      </p:sp>
      <p:sp>
        <p:nvSpPr>
          <p:cNvPr id="5" name="Footer Placeholder 4">
            <a:extLst>
              <a:ext uri="{FF2B5EF4-FFF2-40B4-BE49-F238E27FC236}">
                <a16:creationId xmlns:a16="http://schemas.microsoft.com/office/drawing/2014/main" id="{2821D824-237F-2017-2F16-8CF1164EAF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B0AAEBA-4638-DFD3-182D-617F17A15D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4B0FA9C-BADE-4D14-B76D-A01D53473CE7}" type="slidenum">
              <a:rPr lang="en-US" smtClean="0"/>
              <a:t>‹#›</a:t>
            </a:fld>
            <a:endParaRPr lang="en-US"/>
          </a:p>
        </p:txBody>
      </p:sp>
    </p:spTree>
    <p:extLst>
      <p:ext uri="{BB962C8B-B14F-4D97-AF65-F5344CB8AC3E}">
        <p14:creationId xmlns:p14="http://schemas.microsoft.com/office/powerpoint/2010/main" val="29064883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B2DC4-6A44-6FB4-F18E-4C4D4B8D6D1C}"/>
              </a:ext>
            </a:extLst>
          </p:cNvPr>
          <p:cNvSpPr>
            <a:spLocks noGrp="1"/>
          </p:cNvSpPr>
          <p:nvPr>
            <p:ph type="ctrTitle"/>
          </p:nvPr>
        </p:nvSpPr>
        <p:spPr/>
        <p:txBody>
          <a:bodyPr/>
          <a:lstStyle/>
          <a:p>
            <a:r>
              <a:rPr lang="en-US" dirty="0"/>
              <a:t>Volunteer Hub</a:t>
            </a:r>
          </a:p>
        </p:txBody>
      </p:sp>
      <p:sp>
        <p:nvSpPr>
          <p:cNvPr id="3" name="Subtitle 2">
            <a:extLst>
              <a:ext uri="{FF2B5EF4-FFF2-40B4-BE49-F238E27FC236}">
                <a16:creationId xmlns:a16="http://schemas.microsoft.com/office/drawing/2014/main" id="{68BDBDA9-3907-F56E-25DA-F0AA3C2A02AC}"/>
              </a:ext>
            </a:extLst>
          </p:cNvPr>
          <p:cNvSpPr>
            <a:spLocks noGrp="1"/>
          </p:cNvSpPr>
          <p:nvPr>
            <p:ph type="subTitle" idx="1"/>
          </p:nvPr>
        </p:nvSpPr>
        <p:spPr/>
        <p:txBody>
          <a:bodyPr/>
          <a:lstStyle/>
          <a:p>
            <a:r>
              <a:rPr lang="en-US" dirty="0"/>
              <a:t>By: Shashank Dhakshnamoorthi and Vraj Surani</a:t>
            </a:r>
          </a:p>
          <a:p>
            <a:br>
              <a:rPr lang="en-US" dirty="0"/>
            </a:br>
            <a:endParaRPr lang="en-US" dirty="0"/>
          </a:p>
        </p:txBody>
      </p:sp>
    </p:spTree>
    <p:extLst>
      <p:ext uri="{BB962C8B-B14F-4D97-AF65-F5344CB8AC3E}">
        <p14:creationId xmlns:p14="http://schemas.microsoft.com/office/powerpoint/2010/main" val="29976340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9D0D6-BB29-9BAF-8479-5FB91AB0285D}"/>
              </a:ext>
            </a:extLst>
          </p:cNvPr>
          <p:cNvSpPr>
            <a:spLocks noGrp="1"/>
          </p:cNvSpPr>
          <p:nvPr>
            <p:ph type="title"/>
          </p:nvPr>
        </p:nvSpPr>
        <p:spPr/>
        <p:txBody>
          <a:bodyPr/>
          <a:lstStyle/>
          <a:p>
            <a:pPr algn="ctr"/>
            <a:r>
              <a:rPr lang="en-US" dirty="0"/>
              <a:t>Official Topic &amp; Challenge</a:t>
            </a:r>
          </a:p>
        </p:txBody>
      </p:sp>
      <p:sp>
        <p:nvSpPr>
          <p:cNvPr id="3" name="Content Placeholder 2">
            <a:extLst>
              <a:ext uri="{FF2B5EF4-FFF2-40B4-BE49-F238E27FC236}">
                <a16:creationId xmlns:a16="http://schemas.microsoft.com/office/drawing/2014/main" id="{61769C00-ED36-2F9B-2A03-E969CE8A3BB1}"/>
              </a:ext>
            </a:extLst>
          </p:cNvPr>
          <p:cNvSpPr>
            <a:spLocks noGrp="1"/>
          </p:cNvSpPr>
          <p:nvPr>
            <p:ph idx="1"/>
          </p:nvPr>
        </p:nvSpPr>
        <p:spPr/>
        <p:txBody>
          <a:bodyPr>
            <a:normAutofit fontScale="92500" lnSpcReduction="20000"/>
          </a:bodyPr>
          <a:lstStyle/>
          <a:p>
            <a:pPr marL="0" indent="0" algn="ctr">
              <a:buNone/>
            </a:pPr>
            <a:r>
              <a:rPr lang="en-US" dirty="0"/>
              <a:t>Official Topic: Serving the Community: </a:t>
            </a:r>
          </a:p>
          <a:p>
            <a:pPr marL="0" indent="0" algn="ctr">
              <a:buNone/>
            </a:pPr>
            <a:r>
              <a:rPr lang="en-US" dirty="0"/>
              <a:t>Nonprofit Volunteer Management</a:t>
            </a:r>
          </a:p>
          <a:p>
            <a:pPr marL="0" indent="0">
              <a:buNone/>
            </a:pPr>
            <a:r>
              <a:rPr lang="en-US" dirty="0"/>
              <a:t>Nonprofit organizations rely on volunteers to support programs, events, and community initiatives. Effectively managing volunteer information, service opportunities, schedules, and participation can help organizations operate more efficiently and increase their impact.</a:t>
            </a:r>
          </a:p>
          <a:p>
            <a:pPr marL="0" indent="0" algn="ctr">
              <a:buNone/>
            </a:pPr>
            <a:r>
              <a:rPr lang="en-US" dirty="0"/>
              <a:t>The Challenge</a:t>
            </a:r>
          </a:p>
          <a:p>
            <a:pPr marL="0" indent="0">
              <a:buNone/>
            </a:pPr>
            <a:r>
              <a:rPr lang="en-US" dirty="0"/>
              <a:t>Use your programming skills to develop a program that helps nonprofit organizations recruit, organize, and manage volunteers and community service activities. Your program may be a command-line application, desktop application, or interactive interface. Choose the platform that best demonstrates your programming skills.</a:t>
            </a:r>
          </a:p>
          <a:p>
            <a:pPr marL="0" indent="0">
              <a:buNone/>
            </a:pPr>
            <a:endParaRPr lang="en-US" dirty="0"/>
          </a:p>
        </p:txBody>
      </p:sp>
    </p:spTree>
    <p:extLst>
      <p:ext uri="{BB962C8B-B14F-4D97-AF65-F5344CB8AC3E}">
        <p14:creationId xmlns:p14="http://schemas.microsoft.com/office/powerpoint/2010/main" val="2903322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F70FB-0025-7211-3020-0BC6A1A1C809}"/>
              </a:ext>
            </a:extLst>
          </p:cNvPr>
          <p:cNvSpPr>
            <a:spLocks noGrp="1"/>
          </p:cNvSpPr>
          <p:nvPr>
            <p:ph type="title"/>
          </p:nvPr>
        </p:nvSpPr>
        <p:spPr/>
        <p:txBody>
          <a:bodyPr/>
          <a:lstStyle/>
          <a:p>
            <a:pPr algn="ctr"/>
            <a:r>
              <a:rPr lang="en-US" dirty="0"/>
              <a:t>Our Solution: Volunteer Hub</a:t>
            </a:r>
          </a:p>
        </p:txBody>
      </p:sp>
      <p:sp>
        <p:nvSpPr>
          <p:cNvPr id="3" name="Content Placeholder 2">
            <a:extLst>
              <a:ext uri="{FF2B5EF4-FFF2-40B4-BE49-F238E27FC236}">
                <a16:creationId xmlns:a16="http://schemas.microsoft.com/office/drawing/2014/main" id="{F650E522-5691-B673-68FF-245F78DBB55F}"/>
              </a:ext>
            </a:extLst>
          </p:cNvPr>
          <p:cNvSpPr>
            <a:spLocks noGrp="1"/>
          </p:cNvSpPr>
          <p:nvPr>
            <p:ph idx="1"/>
          </p:nvPr>
        </p:nvSpPr>
        <p:spPr/>
        <p:txBody>
          <a:bodyPr>
            <a:normAutofit fontScale="92500" lnSpcReduction="10000"/>
          </a:bodyPr>
          <a:lstStyle/>
          <a:p>
            <a:pPr marL="0" indent="0" algn="ctr">
              <a:buNone/>
            </a:pPr>
            <a:r>
              <a:rPr lang="en-US" dirty="0"/>
              <a:t>Main content:</a:t>
            </a:r>
          </a:p>
          <a:p>
            <a:pPr marL="0" indent="0">
              <a:buNone/>
            </a:pPr>
            <a:r>
              <a:rPr lang="en-US" dirty="0"/>
              <a:t>Volunteer Hub is a volunteer management platform designed to help nonprofit organizations organize volunteers and community service activities in one place.</a:t>
            </a:r>
          </a:p>
          <a:p>
            <a:pPr marL="0" indent="0" algn="ctr">
              <a:buNone/>
            </a:pPr>
            <a:r>
              <a:rPr lang="en-US" dirty="0"/>
              <a:t>Key Features</a:t>
            </a:r>
          </a:p>
          <a:p>
            <a:pPr marL="0" lvl="0" indent="0">
              <a:buNone/>
            </a:pPr>
            <a:r>
              <a:rPr lang="en-US" dirty="0"/>
              <a:t>Volunteer Management: Organize volunteer information.</a:t>
            </a:r>
          </a:p>
          <a:p>
            <a:pPr marL="0" lvl="0" indent="0">
              <a:buNone/>
            </a:pPr>
            <a:r>
              <a:rPr lang="en-US" dirty="0"/>
              <a:t>Service Opportunities: Create and manage volunteer opportunities.</a:t>
            </a:r>
          </a:p>
          <a:p>
            <a:pPr marL="0" lvl="0" indent="0">
              <a:buNone/>
            </a:pPr>
            <a:r>
              <a:rPr lang="en-US" dirty="0"/>
              <a:t>Scheduling: Coordinate volunteer schedules.</a:t>
            </a:r>
          </a:p>
          <a:p>
            <a:pPr marL="0" lvl="0" indent="0">
              <a:buNone/>
            </a:pPr>
            <a:r>
              <a:rPr lang="en-US" dirty="0"/>
              <a:t>Participation Tracking: Record volunteer participation and service hours.</a:t>
            </a:r>
          </a:p>
          <a:p>
            <a:pPr marL="0" lvl="0" indent="0">
              <a:buNone/>
            </a:pPr>
            <a:r>
              <a:rPr lang="en-US" dirty="0"/>
              <a:t>Reports: Review volunteer activity and service data.</a:t>
            </a:r>
          </a:p>
          <a:p>
            <a:pPr marL="0" indent="0">
              <a:buNone/>
            </a:pPr>
            <a:endParaRPr lang="en-US" dirty="0"/>
          </a:p>
        </p:txBody>
      </p:sp>
    </p:spTree>
    <p:extLst>
      <p:ext uri="{BB962C8B-B14F-4D97-AF65-F5344CB8AC3E}">
        <p14:creationId xmlns:p14="http://schemas.microsoft.com/office/powerpoint/2010/main" val="39741482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2EDEB-AFCE-DA76-347D-9EEFC3EB36B9}"/>
              </a:ext>
            </a:extLst>
          </p:cNvPr>
          <p:cNvSpPr>
            <a:spLocks noGrp="1"/>
          </p:cNvSpPr>
          <p:nvPr>
            <p:ph type="title"/>
          </p:nvPr>
        </p:nvSpPr>
        <p:spPr/>
        <p:txBody>
          <a:bodyPr/>
          <a:lstStyle/>
          <a:p>
            <a:pPr algn="ctr"/>
            <a:r>
              <a:rPr lang="en-US" dirty="0"/>
              <a:t>How Volunteer Hub Works</a:t>
            </a:r>
          </a:p>
        </p:txBody>
      </p:sp>
      <p:sp>
        <p:nvSpPr>
          <p:cNvPr id="3" name="Content Placeholder 2">
            <a:extLst>
              <a:ext uri="{FF2B5EF4-FFF2-40B4-BE49-F238E27FC236}">
                <a16:creationId xmlns:a16="http://schemas.microsoft.com/office/drawing/2014/main" id="{20DE7496-184A-4EBE-F9AF-26152D762BA1}"/>
              </a:ext>
            </a:extLst>
          </p:cNvPr>
          <p:cNvSpPr>
            <a:spLocks noGrp="1"/>
          </p:cNvSpPr>
          <p:nvPr>
            <p:ph idx="1"/>
          </p:nvPr>
        </p:nvSpPr>
        <p:spPr/>
        <p:txBody>
          <a:bodyPr>
            <a:normAutofit fontScale="92500" lnSpcReduction="10000"/>
          </a:bodyPr>
          <a:lstStyle/>
          <a:p>
            <a:pPr marL="0" indent="0" algn="ctr">
              <a:buNone/>
            </a:pPr>
            <a:r>
              <a:rPr lang="en-US" dirty="0"/>
              <a:t>Main content:</a:t>
            </a:r>
          </a:p>
          <a:p>
            <a:pPr marL="0" indent="0">
              <a:buNone/>
            </a:pPr>
            <a:r>
              <a:rPr lang="en-US" dirty="0"/>
              <a:t>Volunteer Hub connects its main features in one platform to help nonprofit organizations manage volunteers and service activities.</a:t>
            </a:r>
          </a:p>
          <a:p>
            <a:pPr marL="0" lvl="0" indent="0">
              <a:buNone/>
            </a:pPr>
            <a:r>
              <a:rPr lang="en-US" dirty="0"/>
              <a:t>User Interface: Allows volunteers and organization leaders to interact with the website.</a:t>
            </a:r>
          </a:p>
          <a:p>
            <a:pPr marL="0" lvl="0" indent="0">
              <a:buNone/>
            </a:pPr>
            <a:r>
              <a:rPr lang="en-US" dirty="0"/>
              <a:t>Volunteer Information: Organizes volunteer details and participation records.</a:t>
            </a:r>
          </a:p>
          <a:p>
            <a:pPr marL="0" lvl="0" indent="0">
              <a:buNone/>
            </a:pPr>
            <a:r>
              <a:rPr lang="en-US" dirty="0"/>
              <a:t>Opportunity Management: Helps organize service opportunities and schedules.</a:t>
            </a:r>
          </a:p>
          <a:p>
            <a:pPr marL="0" lvl="0" indent="0">
              <a:buNone/>
            </a:pPr>
            <a:r>
              <a:rPr lang="en-US" dirty="0"/>
              <a:t>Data Management: Supports storing and accessing information used throughout the platform.</a:t>
            </a:r>
          </a:p>
          <a:p>
            <a:pPr marL="0" indent="0">
              <a:buNone/>
            </a:pPr>
            <a:endParaRPr lang="en-US" dirty="0"/>
          </a:p>
        </p:txBody>
      </p:sp>
    </p:spTree>
    <p:extLst>
      <p:ext uri="{BB962C8B-B14F-4D97-AF65-F5344CB8AC3E}">
        <p14:creationId xmlns:p14="http://schemas.microsoft.com/office/powerpoint/2010/main" val="41372286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259</Words>
  <Application>Microsoft Office PowerPoint</Application>
  <PresentationFormat>Widescreen</PresentationFormat>
  <Paragraphs>25</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Volunteer Hub</vt:lpstr>
      <vt:lpstr>Official Topic &amp; Challenge</vt:lpstr>
      <vt:lpstr>Our Solution: Volunteer Hub</vt:lpstr>
      <vt:lpstr>How Volunteer Hub Works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Shashank Dhakshnamoorthi</dc:creator>
  <cp:lastModifiedBy>Shashank Dhakshnamoorthi</cp:lastModifiedBy>
  <cp:revision>1</cp:revision>
  <dcterms:created xsi:type="dcterms:W3CDTF">2026-10-22T14:43:39Z</dcterms:created>
  <dcterms:modified xsi:type="dcterms:W3CDTF">2026-10-22T15:04:31Z</dcterms:modified>
</cp:coreProperties>
</file>